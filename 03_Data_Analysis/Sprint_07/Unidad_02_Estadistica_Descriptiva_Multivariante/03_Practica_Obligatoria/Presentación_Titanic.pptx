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91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7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53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10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9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09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4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04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35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9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3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2453" y="2344358"/>
            <a:ext cx="61990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rPr lang="es-ES" sz="7200" dirty="0">
                <a:solidFill>
                  <a:schemeClr val="bg1"/>
                </a:solidFill>
              </a:rPr>
              <a:t>ANÁLISIS DEL TITANIC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0318"/>
            <a:ext cx="83743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rPr lang="es-ES" sz="2400" dirty="0">
                <a:latin typeface="APTOS" panose="020B0004020202020204" pitchFamily="34" charset="0"/>
              </a:rPr>
              <a:t>El </a:t>
            </a:r>
            <a:r>
              <a:rPr lang="es-ES" sz="2400" dirty="0" err="1">
                <a:latin typeface="APTOS" panose="020B0004020202020204" pitchFamily="34" charset="0"/>
              </a:rPr>
              <a:t>titanic</a:t>
            </a:r>
            <a:r>
              <a:rPr lang="es-ES" sz="2400" dirty="0">
                <a:latin typeface="APTOS" panose="020B0004020202020204" pitchFamily="34" charset="0"/>
              </a:rPr>
              <a:t> fue un accidente con una tasa de mortalidad alta.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005840"/>
            <a:ext cx="708032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El 61.6%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pasajeros</a:t>
            </a:r>
            <a:r>
              <a:rPr dirty="0"/>
              <a:t> </a:t>
            </a:r>
            <a:r>
              <a:rPr dirty="0" err="1"/>
              <a:t>falleció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La </a:t>
            </a:r>
            <a:r>
              <a:rPr dirty="0" err="1"/>
              <a:t>mortalidad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extremadamente</a:t>
            </a:r>
            <a:r>
              <a:rPr dirty="0"/>
              <a:t> </a:t>
            </a:r>
            <a:r>
              <a:rPr dirty="0" err="1"/>
              <a:t>alta.</a:t>
            </a: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Los </a:t>
            </a:r>
            <a:r>
              <a:rPr dirty="0" err="1"/>
              <a:t>recursos</a:t>
            </a:r>
            <a:r>
              <a:rPr dirty="0"/>
              <a:t> de </a:t>
            </a:r>
            <a:r>
              <a:rPr dirty="0" err="1"/>
              <a:t>evacuación</a:t>
            </a:r>
            <a:r>
              <a:rPr dirty="0"/>
              <a:t>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insuficientes</a:t>
            </a:r>
            <a:r>
              <a:rPr dirty="0"/>
              <a:t>.</a:t>
            </a:r>
          </a:p>
        </p:txBody>
      </p:sp>
      <p:pic>
        <p:nvPicPr>
          <p:cNvPr id="4" name="Picture 3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2" y="306324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5141"/>
            <a:ext cx="77885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latin typeface="APTOS" panose="020B0004020202020204" pitchFamily="34" charset="0"/>
              </a:rPr>
              <a:t>En esa ocasión los datos apoyan que se dio el "Las mujeres y los niños primero", pero... 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82358"/>
            <a:ext cx="65424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Las </a:t>
            </a:r>
            <a:r>
              <a:rPr dirty="0" err="1"/>
              <a:t>mujeres</a:t>
            </a:r>
            <a:r>
              <a:rPr dirty="0"/>
              <a:t> </a:t>
            </a:r>
            <a:r>
              <a:rPr dirty="0" err="1"/>
              <a:t>sobrevivieron</a:t>
            </a:r>
            <a:r>
              <a:rPr dirty="0"/>
              <a:t> </a:t>
            </a:r>
            <a:r>
              <a:rPr dirty="0" err="1"/>
              <a:t>mucho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apoyan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prioridad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Los hombres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grupo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afectado</a:t>
            </a:r>
            <a:r>
              <a:rPr dirty="0"/>
              <a:t>.</a:t>
            </a:r>
          </a:p>
        </p:txBody>
      </p:sp>
      <p:pic>
        <p:nvPicPr>
          <p:cNvPr id="4" name="Picture 3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84985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latin typeface="APTOS" panose="020B0004020202020204" pitchFamily="34" charset="0"/>
              </a:rPr>
              <a:t>... que la clase en la que se viajes tuvo una influencia significativa y podría explicar... 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238922"/>
            <a:ext cx="76182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Primera </a:t>
            </a: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tuvo</a:t>
            </a:r>
            <a:r>
              <a:rPr dirty="0"/>
              <a:t> </a:t>
            </a:r>
            <a:r>
              <a:rPr dirty="0" err="1"/>
              <a:t>mejores</a:t>
            </a:r>
            <a:r>
              <a:rPr dirty="0"/>
              <a:t> </a:t>
            </a:r>
            <a:r>
              <a:rPr dirty="0" err="1"/>
              <a:t>tasas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Tercera </a:t>
            </a: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sufrió</a:t>
            </a:r>
            <a:r>
              <a:rPr dirty="0"/>
              <a:t> mayor </a:t>
            </a:r>
            <a:r>
              <a:rPr dirty="0" err="1"/>
              <a:t>mortalidad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La </a:t>
            </a:r>
            <a:r>
              <a:rPr dirty="0" err="1"/>
              <a:t>posición</a:t>
            </a:r>
            <a:r>
              <a:rPr dirty="0"/>
              <a:t> social </a:t>
            </a:r>
            <a:r>
              <a:rPr dirty="0" err="1"/>
              <a:t>condicionó</a:t>
            </a:r>
            <a:r>
              <a:rPr dirty="0"/>
              <a:t> la </a:t>
            </a:r>
            <a:r>
              <a:rPr dirty="0" err="1"/>
              <a:t>supervivencia</a:t>
            </a:r>
            <a:r>
              <a:rPr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0E9865A-61F8-407F-A93B-659969FEA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2833595"/>
            <a:ext cx="4917701" cy="33671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725"/>
            <a:ext cx="83371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latin typeface="APTOS" panose="020B0004020202020204" pitchFamily="34" charset="0"/>
              </a:rPr>
              <a:t>... las diferencias de tasas de supervivencia entre mujeres y niños.   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1212029"/>
            <a:ext cx="67307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Mujeres de </a:t>
            </a:r>
            <a:r>
              <a:rPr dirty="0" err="1"/>
              <a:t>clases</a:t>
            </a:r>
            <a:r>
              <a:rPr dirty="0"/>
              <a:t> </a:t>
            </a:r>
            <a:r>
              <a:rPr dirty="0" err="1"/>
              <a:t>altas</a:t>
            </a:r>
            <a:r>
              <a:rPr dirty="0"/>
              <a:t> </a:t>
            </a:r>
            <a:r>
              <a:rPr dirty="0" err="1"/>
              <a:t>sobrevivieron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Tercera </a:t>
            </a:r>
            <a:r>
              <a:rPr dirty="0" err="1"/>
              <a:t>clase</a:t>
            </a:r>
            <a:r>
              <a:rPr dirty="0"/>
              <a:t> </a:t>
            </a:r>
            <a:r>
              <a:rPr dirty="0" err="1"/>
              <a:t>tuvo</a:t>
            </a:r>
            <a:r>
              <a:rPr dirty="0"/>
              <a:t> </a:t>
            </a:r>
            <a:r>
              <a:rPr dirty="0" err="1"/>
              <a:t>peores</a:t>
            </a:r>
            <a:r>
              <a:rPr dirty="0"/>
              <a:t> </a:t>
            </a:r>
            <a:r>
              <a:rPr dirty="0" err="1"/>
              <a:t>resultados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La </a:t>
            </a:r>
            <a:r>
              <a:rPr dirty="0" err="1"/>
              <a:t>desigualdad</a:t>
            </a:r>
            <a:r>
              <a:rPr dirty="0"/>
              <a:t> social </a:t>
            </a:r>
            <a:r>
              <a:rPr dirty="0" err="1"/>
              <a:t>fue</a:t>
            </a:r>
            <a:r>
              <a:rPr dirty="0"/>
              <a:t> clave.</a:t>
            </a:r>
          </a:p>
        </p:txBody>
      </p:sp>
      <p:pic>
        <p:nvPicPr>
          <p:cNvPr id="4" name="Picture 3" descr="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296911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28599"/>
            <a:ext cx="82027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latin typeface="APTOS" panose="020B0004020202020204" pitchFamily="34" charset="0"/>
              </a:rPr>
              <a:t>Además, aunque el puerto de embarque parece influir, se podría asumir que lo fue el tipo de pasaje que embarcó en cada uno. 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579582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El </a:t>
            </a:r>
            <a:r>
              <a:rPr dirty="0" err="1"/>
              <a:t>puerto</a:t>
            </a:r>
            <a:r>
              <a:rPr dirty="0"/>
              <a:t> </a:t>
            </a:r>
            <a:r>
              <a:rPr dirty="0" err="1"/>
              <a:t>parece</a:t>
            </a:r>
            <a:r>
              <a:rPr dirty="0"/>
              <a:t> </a:t>
            </a:r>
            <a:r>
              <a:rPr dirty="0" err="1"/>
              <a:t>influir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El </a:t>
            </a:r>
            <a:r>
              <a:rPr dirty="0" err="1"/>
              <a:t>tipo</a:t>
            </a:r>
            <a:r>
              <a:rPr dirty="0"/>
              <a:t> y </a:t>
            </a:r>
            <a:r>
              <a:rPr dirty="0" err="1"/>
              <a:t>precio</a:t>
            </a:r>
            <a:r>
              <a:rPr dirty="0"/>
              <a:t> del </a:t>
            </a:r>
            <a:r>
              <a:rPr dirty="0" err="1"/>
              <a:t>billete</a:t>
            </a:r>
            <a:r>
              <a:rPr dirty="0"/>
              <a:t> </a:t>
            </a:r>
            <a:r>
              <a:rPr dirty="0" err="1"/>
              <a:t>explican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las </a:t>
            </a:r>
            <a:r>
              <a:rPr dirty="0" err="1"/>
              <a:t>diferencias</a:t>
            </a:r>
            <a:r>
              <a:rPr dirty="0"/>
              <a:t>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 dirty="0"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Algunos</a:t>
            </a:r>
            <a:r>
              <a:rPr dirty="0"/>
              <a:t> </a:t>
            </a:r>
            <a:r>
              <a:rPr dirty="0" err="1"/>
              <a:t>puertos</a:t>
            </a:r>
            <a:r>
              <a:rPr dirty="0"/>
              <a:t> </a:t>
            </a:r>
            <a:r>
              <a:rPr dirty="0" err="1"/>
              <a:t>concentraban</a:t>
            </a:r>
            <a:r>
              <a:rPr dirty="0"/>
              <a:t> </a:t>
            </a:r>
            <a:r>
              <a:rPr dirty="0" err="1"/>
              <a:t>clases</a:t>
            </a:r>
            <a:r>
              <a:rPr dirty="0"/>
              <a:t> </a:t>
            </a:r>
            <a:r>
              <a:rPr dirty="0" err="1"/>
              <a:t>altas</a:t>
            </a:r>
            <a:r>
              <a:rPr dirty="0"/>
              <a:t>.</a:t>
            </a:r>
          </a:p>
        </p:txBody>
      </p:sp>
      <p:pic>
        <p:nvPicPr>
          <p:cNvPr id="4" name="Picture 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216" y="2892911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ptos Display"/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t>• Mortalidad extremadamente alta.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t>• Mujeres y niños tuvieron prioridad.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t>• La clase social fue determinante.</a:t>
            </a:r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endParaRPr/>
          </a:p>
          <a:p>
            <a:pPr>
              <a:defRPr sz="1600">
                <a:solidFill>
                  <a:srgbClr val="334155"/>
                </a:solidFill>
                <a:latin typeface="Aptos"/>
              </a:defRPr>
            </a:pPr>
            <a:r>
              <a:t>• El puerto actuó como factor indirecto.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12</TotalTime>
  <Words>234</Words>
  <Application>Microsoft Office PowerPoint</Application>
  <PresentationFormat>Presentación en pantalla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Calibri Light</vt:lpstr>
      <vt:lpstr>Rockwell</vt:lpstr>
      <vt:lpstr>Wingdings</vt:lpstr>
      <vt:lpstr>Atlas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Ares Cancio Vázquez</cp:lastModifiedBy>
  <cp:revision>3</cp:revision>
  <dcterms:created xsi:type="dcterms:W3CDTF">2013-01-27T09:14:16Z</dcterms:created>
  <dcterms:modified xsi:type="dcterms:W3CDTF">2026-05-07T07:12:23Z</dcterms:modified>
  <cp:category/>
</cp:coreProperties>
</file>